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Poppins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font" Target="fonts/Roboto-regular.fntdata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Poppins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03615822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03615822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3615822c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3615822c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3615822c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3615822c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3615822c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3615822c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3615822c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3615822c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3615822c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3615822c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A0A0A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DIAGEO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0"/>
            <a:ext cx="91440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oppins"/>
                <a:ea typeface="Poppins"/>
                <a:cs typeface="Poppins"/>
                <a:sym typeface="Poppins"/>
              </a:rPr>
              <a:t>The History of Diageo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Diageo,a multinational beverage alcohol company, formed in 1997 with a merger between Guinness plc and Grand Metropolitan.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did not begin wholly alcohol based, before 2002 Diageo also owned Burger King which was sold to the American based company Texas Pacific</a:t>
            </a: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Also they sold Pillsbury, a baking company, to General Mills in 2000.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Diageo began trading its shares on the lon</a:t>
            </a: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don stock exchange on </a:t>
            </a: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December 17, 1997.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oppins"/>
                <a:ea typeface="Poppins"/>
                <a:cs typeface="Poppins"/>
                <a:sym typeface="Poppins"/>
              </a:rPr>
              <a:t>Diageo at a glance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Diageo is the </a:t>
            </a: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world's</a:t>
            </a: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leading premium drinks company with a large range of beverage alcohol across the collection of spirits, wine and beer.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You'll probably have heard of some of their most famous products: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➢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Smirnoff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➢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Baileys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➢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Johnnie Walker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➢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Captain Morgan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➢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J&amp;B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➢"/>
            </a:pPr>
            <a:r>
              <a:rPr lang="en-GB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possibly the most well known of all Gui</a:t>
            </a: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nness.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6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138350"/>
            <a:ext cx="8520600" cy="3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highlight>
                  <a:srgbClr val="FEFEFE"/>
                </a:highlight>
                <a:latin typeface="Poppins"/>
                <a:ea typeface="Poppins"/>
                <a:cs typeface="Poppins"/>
                <a:sym typeface="Poppins"/>
              </a:rPr>
              <a:t>Diageo have </a:t>
            </a: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27,775 </a:t>
            </a: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employees</a:t>
            </a: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around the world both in the manufacturing side and business side.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They operate in over 180 countries across five regions: North America, Europe, Asia Pacific, Africa, and Latin America.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They produce their brand at over 138 sites around the world.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❖"/>
            </a:pPr>
            <a:r>
              <a:rPr lang="en-GB" sz="1700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Their goal is to be one of the best performing, most trusted and respected consumer products companies in the world.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0"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Net sales of Diageo worldwide from 2013 to 2021 (in million GBP)*</a:t>
            </a:r>
            <a:endParaRPr sz="300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4850"/>
            <a:ext cx="9144001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00" y="1155038"/>
            <a:ext cx="9081200" cy="392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THANK 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